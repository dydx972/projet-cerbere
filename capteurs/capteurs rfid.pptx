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Helvetica World" charset="1" panose="020B0500040000020004"/>
      <p:regular r:id="rId10"/>
    </p:embeddedFont>
    <p:embeddedFont>
      <p:font typeface="Georgia Pro Condensed" charset="1" panose="02040506050405020303"/>
      <p:regular r:id="rId11"/>
    </p:embeddedFont>
    <p:embeddedFont>
      <p:font typeface="Helvetica World Bold" charset="1" panose="020B08000400000200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2F405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9976841" y="2242650"/>
            <a:ext cx="9558919" cy="5801701"/>
            <a:chOff x="0" y="0"/>
            <a:chExt cx="2089080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9080" cy="1267949"/>
            </a:xfrm>
            <a:custGeom>
              <a:avLst/>
              <a:gdLst/>
              <a:ahLst/>
              <a:cxnLst/>
              <a:rect r="r" b="b" t="t" l="l"/>
              <a:pathLst>
                <a:path h="1267949" w="2089080">
                  <a:moveTo>
                    <a:pt x="16198" y="0"/>
                  </a:moveTo>
                  <a:lnTo>
                    <a:pt x="2072882" y="0"/>
                  </a:lnTo>
                  <a:cubicBezTo>
                    <a:pt x="2077178" y="0"/>
                    <a:pt x="2081298" y="1707"/>
                    <a:pt x="2084336" y="4744"/>
                  </a:cubicBezTo>
                  <a:cubicBezTo>
                    <a:pt x="2087373" y="7782"/>
                    <a:pt x="2089080" y="11902"/>
                    <a:pt x="2089080" y="16198"/>
                  </a:cubicBezTo>
                  <a:lnTo>
                    <a:pt x="2089080" y="1251750"/>
                  </a:lnTo>
                  <a:cubicBezTo>
                    <a:pt x="2089080" y="1260696"/>
                    <a:pt x="2081828" y="1267949"/>
                    <a:pt x="2072882" y="1267949"/>
                  </a:cubicBezTo>
                  <a:lnTo>
                    <a:pt x="16198" y="1267949"/>
                  </a:lnTo>
                  <a:cubicBezTo>
                    <a:pt x="7252" y="1267949"/>
                    <a:pt x="0" y="1260696"/>
                    <a:pt x="0" y="1251750"/>
                  </a:cubicBezTo>
                  <a:lnTo>
                    <a:pt x="0" y="16198"/>
                  </a:lnTo>
                  <a:cubicBezTo>
                    <a:pt x="0" y="7252"/>
                    <a:pt x="7252" y="0"/>
                    <a:pt x="16198" y="0"/>
                  </a:cubicBezTo>
                  <a:close/>
                </a:path>
              </a:pathLst>
            </a:custGeom>
            <a:blipFill>
              <a:blip r:embed="rId2"/>
              <a:stretch>
                <a:fillRect l="-3240" t="0" r="-324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C3D1D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FRANCIS Dylan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5380" y="975068"/>
            <a:ext cx="9754495" cy="57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14C97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Projet Cerbère - Partie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4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3D1D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31624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14C97A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Inventaire RFID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A1BA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Comparaison des technologies compatibles Arduino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49525"/>
            <a:chOff x="0" y="0"/>
            <a:chExt cx="5744662" cy="33993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A1BA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RFID Basse Fréquence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319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C3D1D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Le RFID basse fréquence (125 kHz) utilise des modules comme le RDM6300. Bien que fiable, il est considéré obsolète pour les nouvelles installations et offre un débit lent.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A1BA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RFID Haute Fréquence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C3D1D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Le RFID haute fréquence (13.56 MHz), notamment avec le RC522, est le standard actuel. Il permet lecture et écriture, assurant un bon équilibre entre sécurité, coût et portée.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3302000"/>
            <a:chOff x="0" y="0"/>
            <a:chExt cx="5346700" cy="44026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1057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A1BA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RFID Ultra Haute Fréquence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6129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C3D1D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Le RFID ultra haute fréquence (UHF) fonctionne entre 860-960 MHz. Bien qu'il offre une longue portée, il est coûteux et surdimensionné pour les applications simples de contrôle d'accès.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2A3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23770" t="0" r="-2377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790575"/>
            <a:ext cx="6886575" cy="274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50"/>
              </a:lnSpc>
              <a:spcBef>
                <a:spcPct val="0"/>
              </a:spcBef>
            </a:pPr>
            <a:r>
              <a:rPr lang="en-US" sz="7050" strike="noStrike" u="none">
                <a:solidFill>
                  <a:srgbClr val="14C97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Induction Électromagnétique du RC522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6940550"/>
            <a:ext cx="6886575" cy="267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C3D1D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 module RC522 fonctionne par </a:t>
            </a:r>
            <a:r>
              <a:rPr lang="en-US" b="true" sz="2499" spc="-37" strike="noStrike" u="none">
                <a:solidFill>
                  <a:srgbClr val="C3D1D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induction électromagnétique</a:t>
            </a:r>
            <a:r>
              <a:rPr lang="en-US" sz="2499" spc="-37" strike="noStrike" u="none">
                <a:solidFill>
                  <a:srgbClr val="C3D1D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générant un champ magnétique oscillant à 13.56 MHz qui alimente le badge passif RFID, permettant ainsi une communication sécurisée sans contact entre les deux dispositifs.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4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3D1D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31624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14C97A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Décision Technique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A1BA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Choix du Module RC522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225675"/>
            <a:chOff x="0" y="0"/>
            <a:chExt cx="7670800" cy="2967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A1BA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Standardisation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88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C3D1D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Le RC522 est le module RFID </a:t>
              </a:r>
              <a:r>
                <a:rPr lang="en-US" b="true" sz="2000" spc="-30" strike="noStrike" u="none">
                  <a:solidFill>
                    <a:srgbClr val="C3D1D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le plus documenté</a:t>
              </a:r>
              <a:r>
                <a:rPr lang="en-US" sz="2000" spc="-30" strike="noStrike" u="none">
                  <a:solidFill>
                    <a:srgbClr val="C3D1D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pour Arduino, avec des bibliothèques matures et une communauté active, facilitant ainsi son intégration et son débogage.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578100"/>
            <a:chOff x="0" y="0"/>
            <a:chExt cx="7264400" cy="3437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A1BA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Sécurité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2357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C3D1D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Le protocole Mifare du RC522 offre une </a:t>
              </a:r>
              <a:r>
                <a:rPr lang="en-US" b="true" sz="2000" spc="-30" strike="noStrike" u="none">
                  <a:solidFill>
                    <a:srgbClr val="C3D1D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authentification cryptographique</a:t>
              </a:r>
              <a:r>
                <a:rPr lang="en-US" sz="2000" spc="-30" strike="noStrike" u="none">
                  <a:solidFill>
                    <a:srgbClr val="C3D1D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garantissant que seul un badge valide peut accéder, améliorant ainsi la sécurité par rapport aux systèmes RFID simples.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Présentation - Projet Cerbère - Partie 2</dc:description>
  <dc:identifier>DAG7rSZ954Q</dc:identifier>
  <dcterms:modified xsi:type="dcterms:W3CDTF">2011-08-01T06:04:30Z</dcterms:modified>
  <cp:revision>1</cp:revision>
  <dc:title>Présentation - Projet Cerbère - Partie 2</dc:title>
</cp:coreProperties>
</file>