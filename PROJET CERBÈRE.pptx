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5"/>
  </p:notesMasterIdLst>
  <p:sldIdLst>
    <p:sldId id="256" r:id="rId2"/>
    <p:sldId id="262" r:id="rId3"/>
    <p:sldId id="257" r:id="rId4"/>
    <p:sldId id="258" r:id="rId5"/>
    <p:sldId id="259" r:id="rId6"/>
    <p:sldId id="267" r:id="rId7"/>
    <p:sldId id="269" r:id="rId8"/>
    <p:sldId id="268" r:id="rId9"/>
    <p:sldId id="266" r:id="rId10"/>
    <p:sldId id="263" r:id="rId11"/>
    <p:sldId id="264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an-Christophe ALONZEAU" initials="JCA" lastIdx="1" clrIdx="0">
    <p:extLst>
      <p:ext uri="{19B8F6BF-5375-455C-9EA6-DF929625EA0E}">
        <p15:presenceInfo xmlns:p15="http://schemas.microsoft.com/office/powerpoint/2012/main" userId="Jean-Christophe ALONZE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Q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7689C-B1B6-4BF2-A4A8-FEE428CB5337}" type="datetimeFigureOut">
              <a:rPr lang="fr-MQ" smtClean="0"/>
              <a:t>16/03/2026</a:t>
            </a:fld>
            <a:endParaRPr lang="fr-MQ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Q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Q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Q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0D2FA-6944-4561-B7E6-AEBED9EA2C7C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79675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59F74-3838-4C41-9EE0-016A7DD5A08D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56421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9B848-4E5A-407D-909D-F13E842C2016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422769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67C1-379F-4F47-9448-43BB8A9F31A0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47818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BE274-6CA7-43BF-A488-9030A5C1BDC9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725032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01FE3-9A6E-4572-8625-DF8A90712330}" type="datetime1">
              <a:rPr lang="fr-MQ" smtClean="0"/>
              <a:t>16/03/2026</a:t>
            </a:fld>
            <a:endParaRPr lang="fr-MQ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65881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7676-34A1-46C7-8F83-E4A1B9100A6D}" type="datetime1">
              <a:rPr lang="fr-MQ" smtClean="0"/>
              <a:t>16/03/2026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400281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662E-DD58-47F7-BF05-C7F5C7F2DDFA}" type="datetime1">
              <a:rPr lang="fr-MQ" smtClean="0"/>
              <a:t>16/03/2026</a:t>
            </a:fld>
            <a:endParaRPr lang="fr-MQ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59490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364E-8828-4B50-945D-D2A726A81AE8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70586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5361-C30B-4B4B-94ED-98D9652BEB95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02091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4319-B772-4088-AF0B-6000D56AD02F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2076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455B-160C-4BAB-BABD-432E231A0520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422279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60BC3-97AE-45FA-AA89-AA493F9431B9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304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178A3-CE94-4F2B-AE23-1F3C89B8D830}" type="datetime1">
              <a:rPr lang="fr-MQ" smtClean="0"/>
              <a:t>16/03/2026</a:t>
            </a:fld>
            <a:endParaRPr lang="fr-MQ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493729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46363-EBE2-4FF9-BA16-DD327D1A1252}" type="datetime1">
              <a:rPr lang="fr-MQ" smtClean="0"/>
              <a:t>16/03/2026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1953820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0F62-6FF7-4895-868E-D35CB6EB242D}" type="datetime1">
              <a:rPr lang="fr-MQ" smtClean="0"/>
              <a:t>16/03/2026</a:t>
            </a:fld>
            <a:endParaRPr lang="fr-MQ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942206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DB890-06D3-4B74-926E-3C2D4F21F3EA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888066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BC10D-BC88-408F-924A-B4CE08EDDA7A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359139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D6E011A-9282-4A0E-B3F7-90FF7D78340D}" type="datetime1">
              <a:rPr lang="fr-MQ" smtClean="0"/>
              <a:t>16/03/2026</a:t>
            </a:fld>
            <a:endParaRPr lang="fr-MQ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fr-MQ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D8E59EE-9076-433D-8635-24A2E1BCDDF1}" type="slidenum">
              <a:rPr lang="fr-MQ" smtClean="0"/>
              <a:t>‹N°›</a:t>
            </a:fld>
            <a:endParaRPr lang="fr-MQ"/>
          </a:p>
        </p:txBody>
      </p:sp>
    </p:spTree>
    <p:extLst>
      <p:ext uri="{BB962C8B-B14F-4D97-AF65-F5344CB8AC3E}">
        <p14:creationId xmlns:p14="http://schemas.microsoft.com/office/powerpoint/2010/main" val="2661650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BH9g8KOB/cerbere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ydx972/projet-cerbere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745A341-BA0A-4101-9F4D-9F3374A9B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3535" y="259265"/>
            <a:ext cx="6824928" cy="872067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PROJET CERBÈRE</a:t>
            </a:r>
            <a:endParaRPr lang="fr-MQ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9106AF-54D7-4187-B949-48F7FE915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95938" y="1318968"/>
            <a:ext cx="5200121" cy="57573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tx1">
                    <a:lumMod val="95000"/>
                  </a:schemeClr>
                </a:solidFill>
              </a:rPr>
              <a:t>Système de Contrôle d’Accès Sécurisé</a:t>
            </a:r>
            <a:endParaRPr lang="fr-MQ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EBCFA7-80C9-4033-A53F-6096405E4F1D}"/>
              </a:ext>
            </a:extLst>
          </p:cNvPr>
          <p:cNvSpPr txBox="1"/>
          <p:nvPr/>
        </p:nvSpPr>
        <p:spPr>
          <a:xfrm>
            <a:off x="3132663" y="2602184"/>
            <a:ext cx="5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Lycée Joseph Gaillard – Fort-de-France, Martinique</a:t>
            </a:r>
            <a:endParaRPr lang="fr-MQ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EFA49A-9B3B-45F8-9FD2-408E50634D6A}"/>
              </a:ext>
            </a:extLst>
          </p:cNvPr>
          <p:cNvSpPr txBox="1"/>
          <p:nvPr/>
        </p:nvSpPr>
        <p:spPr>
          <a:xfrm>
            <a:off x="4776917" y="1980737"/>
            <a:ext cx="2638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BTS CIEL – Option IR</a:t>
            </a:r>
            <a:endParaRPr lang="fr-MQ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0019E1-C472-43A8-8117-3F79E03AFF1F}"/>
              </a:ext>
            </a:extLst>
          </p:cNvPr>
          <p:cNvSpPr txBox="1"/>
          <p:nvPr/>
        </p:nvSpPr>
        <p:spPr>
          <a:xfrm>
            <a:off x="5223930" y="3561087"/>
            <a:ext cx="1744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Équipe Projet</a:t>
            </a:r>
            <a:endParaRPr lang="fr-MQ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2DF8B5-65D0-4D7B-AB6B-AE2B865D1B3A}"/>
              </a:ext>
            </a:extLst>
          </p:cNvPr>
          <p:cNvSpPr txBox="1"/>
          <p:nvPr/>
        </p:nvSpPr>
        <p:spPr>
          <a:xfrm>
            <a:off x="3401484" y="4182534"/>
            <a:ext cx="61069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Étudiant 1 : ALONZEAU – Gestion de la Présence Visiteur</a:t>
            </a:r>
          </a:p>
          <a:p>
            <a:pPr algn="ctr"/>
            <a:br>
              <a:rPr lang="fr-FR" dirty="0"/>
            </a:br>
            <a:r>
              <a:rPr lang="fr-F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Étudiant 2 : FRANCIS - Gestion </a:t>
            </a:r>
            <a:r>
              <a:rPr lang="fr-FR" dirty="0">
                <a:solidFill>
                  <a:srgbClr val="FFFFFF"/>
                </a:solidFill>
                <a:latin typeface="Segoe UI" panose="020B0502040204020203" pitchFamily="34" charset="0"/>
              </a:rPr>
              <a:t>de la demande d’accès</a:t>
            </a:r>
          </a:p>
          <a:p>
            <a:pPr algn="ctr"/>
            <a:br>
              <a:rPr lang="fr-FR" dirty="0"/>
            </a:br>
            <a:r>
              <a:rPr lang="fr-F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Étudiant 3 : CELESTINE – </a:t>
            </a:r>
            <a:r>
              <a:rPr lang="fr-FR" dirty="0">
                <a:solidFill>
                  <a:srgbClr val="FFFFFF"/>
                </a:solidFill>
                <a:latin typeface="Segoe UI" panose="020B0502040204020203" pitchFamily="34" charset="0"/>
              </a:rPr>
              <a:t>Visualiser in situ et à distance</a:t>
            </a:r>
            <a:endParaRPr lang="fr-FR" b="0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ctr"/>
            <a:br>
              <a:rPr lang="fr-FR" dirty="0"/>
            </a:br>
            <a:r>
              <a:rPr lang="fr-F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Étudiant 4 : GLONDUS – </a:t>
            </a:r>
            <a:r>
              <a:rPr lang="fr-FR" dirty="0">
                <a:solidFill>
                  <a:srgbClr val="FFFFFF"/>
                </a:solidFill>
                <a:latin typeface="Segoe UI" panose="020B0502040204020203" pitchFamily="34" charset="0"/>
              </a:rPr>
              <a:t>Contrôle d’accès par badge</a:t>
            </a:r>
            <a:r>
              <a:rPr lang="fr-FR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 RFID</a:t>
            </a:r>
            <a:endParaRPr lang="fr-MQ" dirty="0"/>
          </a:p>
        </p:txBody>
      </p:sp>
      <p:pic>
        <p:nvPicPr>
          <p:cNvPr id="1028" name="Picture 4" descr="Home - Lycée Joseph Gaillard">
            <a:extLst>
              <a:ext uri="{FF2B5EF4-FFF2-40B4-BE49-F238E27FC236}">
                <a16:creationId xmlns:a16="http://schemas.microsoft.com/office/drawing/2014/main" id="{A2B68FE5-FD8E-4DF8-B948-7D2E2B9BD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598"/>
            <a:ext cx="1607597" cy="153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9EE1F82-8844-407F-84ED-D0B7E923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0136" y="6310696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1</a:t>
            </a:fld>
            <a:endParaRPr lang="fr-MQ" sz="1400" b="1" dirty="0"/>
          </a:p>
        </p:txBody>
      </p:sp>
      <p:pic>
        <p:nvPicPr>
          <p:cNvPr id="1026" name="Picture 2" descr="Le Cerbère dans le jeu vidéo : toute une histoire">
            <a:extLst>
              <a:ext uri="{FF2B5EF4-FFF2-40B4-BE49-F238E27FC236}">
                <a16:creationId xmlns:a16="http://schemas.microsoft.com/office/drawing/2014/main" id="{EAEBBE77-9049-4CA3-B0F8-4E6014A39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072" y="0"/>
            <a:ext cx="2242928" cy="153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2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D0603-ADEF-46B5-9CB5-2C4BE206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316" y="0"/>
            <a:ext cx="10353762" cy="970450"/>
          </a:xfrm>
        </p:spPr>
        <p:txBody>
          <a:bodyPr/>
          <a:lstStyle/>
          <a:p>
            <a:r>
              <a:rPr lang="fr-FR" dirty="0"/>
              <a:t>SOMMAIRE</a:t>
            </a:r>
            <a:endParaRPr lang="fr-MQ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029F14-A293-4098-95E8-1BCC9635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022053"/>
            <a:ext cx="10353762" cy="5242222"/>
          </a:xfrm>
        </p:spPr>
        <p:txBody>
          <a:bodyPr>
            <a:normAutofit fontScale="25000" lnSpcReduction="20000"/>
          </a:bodyPr>
          <a:lstStyle/>
          <a:p>
            <a:r>
              <a:rPr lang="fr-FR" sz="7200" dirty="0"/>
              <a:t>- Présentation du projet</a:t>
            </a:r>
          </a:p>
          <a:p>
            <a:endParaRPr lang="fr-FR" sz="7200" dirty="0"/>
          </a:p>
          <a:p>
            <a:r>
              <a:rPr lang="fr-FR" sz="7200" dirty="0"/>
              <a:t>- Diagramme de cas d’utilisation du projet</a:t>
            </a:r>
          </a:p>
          <a:p>
            <a:endParaRPr lang="fr-FR" sz="7200" dirty="0"/>
          </a:p>
          <a:p>
            <a:r>
              <a:rPr lang="fr-FR" sz="7200" dirty="0"/>
              <a:t>Diagramme de déploiement du projet</a:t>
            </a:r>
          </a:p>
          <a:p>
            <a:endParaRPr lang="fr-FR" sz="7200" dirty="0"/>
          </a:p>
          <a:p>
            <a:r>
              <a:rPr lang="fr-FR" sz="7200" dirty="0"/>
              <a:t>Diagramme de séquence</a:t>
            </a:r>
          </a:p>
          <a:p>
            <a:pPr marL="36900" indent="0">
              <a:buNone/>
            </a:pPr>
            <a:endParaRPr lang="fr-FR" sz="7200" dirty="0"/>
          </a:p>
          <a:p>
            <a:r>
              <a:rPr lang="fr-FR" sz="7200" dirty="0"/>
              <a:t>Diagramme de classes</a:t>
            </a:r>
          </a:p>
          <a:p>
            <a:endParaRPr lang="fr-FR" sz="7200" dirty="0"/>
          </a:p>
          <a:p>
            <a:r>
              <a:rPr lang="fr-FR" sz="7200" dirty="0"/>
              <a:t>Diagramme réseau</a:t>
            </a:r>
          </a:p>
          <a:p>
            <a:endParaRPr lang="fr-FR" sz="7200" dirty="0"/>
          </a:p>
          <a:p>
            <a:r>
              <a:rPr lang="fr-FR" sz="7200" dirty="0"/>
              <a:t>Planning prévisionnel des tâches et espace collaboratif</a:t>
            </a:r>
          </a:p>
          <a:p>
            <a:endParaRPr lang="fr-FR" sz="7200" dirty="0"/>
          </a:p>
          <a:p>
            <a:r>
              <a:rPr lang="fr-FR" sz="7200" dirty="0"/>
              <a:t>Schéma de câblage et teste</a:t>
            </a:r>
          </a:p>
          <a:p>
            <a:endParaRPr lang="fr-FR" sz="7200" dirty="0"/>
          </a:p>
          <a:p>
            <a:endParaRPr lang="fr-FR" sz="7200" dirty="0"/>
          </a:p>
          <a:p>
            <a:pPr marL="36900" indent="0">
              <a:buNone/>
            </a:pPr>
            <a:endParaRPr lang="fr-FR" sz="7200" dirty="0"/>
          </a:p>
          <a:p>
            <a:pPr marL="36900" indent="0">
              <a:buNone/>
            </a:pPr>
            <a:endParaRPr lang="fr-FR" dirty="0"/>
          </a:p>
          <a:p>
            <a:pPr marL="36900" indent="0">
              <a:buNone/>
            </a:pPr>
            <a:r>
              <a:rPr lang="fr-FR" dirty="0"/>
              <a:t>       </a:t>
            </a:r>
          </a:p>
          <a:p>
            <a:endParaRPr lang="fr-MQ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9A1DF8-B718-47C7-8A95-155F563F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2078" y="6314820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2</a:t>
            </a:fld>
            <a:endParaRPr lang="fr-MQ" sz="1400" b="1" dirty="0"/>
          </a:p>
        </p:txBody>
      </p:sp>
      <p:pic>
        <p:nvPicPr>
          <p:cNvPr id="1026" name="Picture 2" descr="Images de Illustration sommaire – Téléchargement gratuit sur Freepik">
            <a:extLst>
              <a:ext uri="{FF2B5EF4-FFF2-40B4-BE49-F238E27FC236}">
                <a16:creationId xmlns:a16="http://schemas.microsoft.com/office/drawing/2014/main" id="{5029E45E-0F33-47D2-98BB-58B85D0D2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533" y="0"/>
            <a:ext cx="4453466" cy="626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29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4207A2-EEF0-488F-8CB2-C2EE4F0D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b="1" dirty="0"/>
              <a:t>Présentation du Projet</a:t>
            </a:r>
            <a:endParaRPr lang="fr-MQ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2AFD1C-FCF9-48BF-BAC2-680FADDC3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361" y="1369992"/>
            <a:ext cx="10353762" cy="58741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fr-FR" sz="1400" dirty="0"/>
              <a:t>CERBERE – Système de Contrôle d’Accès Automatisé</a:t>
            </a:r>
            <a:endParaRPr lang="fr-MQ" sz="1400" dirty="0"/>
          </a:p>
        </p:txBody>
      </p:sp>
      <p:pic>
        <p:nvPicPr>
          <p:cNvPr id="2054" name="Picture 6" descr="Cible - Icônes commercialisation gratuites">
            <a:extLst>
              <a:ext uri="{FF2B5EF4-FFF2-40B4-BE49-F238E27FC236}">
                <a16:creationId xmlns:a16="http://schemas.microsoft.com/office/drawing/2014/main" id="{3F5A3ED0-DB8C-4C5B-B858-03F905064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28" y="819659"/>
            <a:ext cx="550333" cy="55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E3553A2-C735-4718-84C0-3407F98AD0BF}"/>
              </a:ext>
            </a:extLst>
          </p:cNvPr>
          <p:cNvSpPr txBox="1"/>
          <p:nvPr/>
        </p:nvSpPr>
        <p:spPr>
          <a:xfrm>
            <a:off x="913795" y="1879602"/>
            <a:ext cx="2048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Contexte</a:t>
            </a:r>
            <a:endParaRPr lang="fr-MQ" b="1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6DF8577-7379-495C-B12A-DAB8F2871304}"/>
              </a:ext>
            </a:extLst>
          </p:cNvPr>
          <p:cNvSpPr txBox="1"/>
          <p:nvPr/>
        </p:nvSpPr>
        <p:spPr>
          <a:xfrm>
            <a:off x="833361" y="2256962"/>
            <a:ext cx="7667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Réaménager moderniser le système de gestion des accès et de la présence des espaces de formations (salle W13 et laboratoire) pour améliorer la sécurité.</a:t>
            </a:r>
            <a:endParaRPr lang="fr-MQ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BEDA33-8572-4D19-8E28-127558BE8512}"/>
              </a:ext>
            </a:extLst>
          </p:cNvPr>
          <p:cNvSpPr txBox="1"/>
          <p:nvPr/>
        </p:nvSpPr>
        <p:spPr>
          <a:xfrm>
            <a:off x="833361" y="3339842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Objectifs</a:t>
            </a:r>
          </a:p>
          <a:p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766814-AE4F-4C77-994F-41E4EE749839}"/>
              </a:ext>
            </a:extLst>
          </p:cNvPr>
          <p:cNvSpPr txBox="1"/>
          <p:nvPr/>
        </p:nvSpPr>
        <p:spPr>
          <a:xfrm>
            <a:off x="833361" y="3817195"/>
            <a:ext cx="50715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Sécuriser les accès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Contrôler l’ouverture des portes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Permettre une visualisation in situ et à distance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S’identifier par badge RFID</a:t>
            </a:r>
            <a:endParaRPr lang="fr-MQ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3C4425-48C4-4882-B915-95B4E4F9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7123" y="6319837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3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298217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2C195AB-F4FB-4AE5-A227-0C55B3206C03}"/>
              </a:ext>
            </a:extLst>
          </p:cNvPr>
          <p:cNvSpPr txBox="1"/>
          <p:nvPr/>
        </p:nvSpPr>
        <p:spPr>
          <a:xfrm>
            <a:off x="4216398" y="0"/>
            <a:ext cx="3522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</a:t>
            </a: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D’UTILISATION</a:t>
            </a:r>
            <a:endParaRPr lang="fr-MQ" sz="24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A602C71-D4E5-4955-AA4A-1D159769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9495" y="6289675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4</a:t>
            </a:fld>
            <a:endParaRPr lang="fr-MQ" sz="1400" b="1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992F92C-6D37-47F5-8CA8-8EF94FDCC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504" y="914399"/>
            <a:ext cx="8634991" cy="5375276"/>
          </a:xfrm>
        </p:spPr>
      </p:pic>
    </p:spTree>
    <p:extLst>
      <p:ext uri="{BB962C8B-B14F-4D97-AF65-F5344CB8AC3E}">
        <p14:creationId xmlns:p14="http://schemas.microsoft.com/office/powerpoint/2010/main" val="390783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6F4C9-7BC1-43C2-B7E3-6F2ED277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28133"/>
          </a:xfrm>
        </p:spPr>
        <p:txBody>
          <a:bodyPr>
            <a:normAutofit/>
          </a:bodyPr>
          <a:lstStyle/>
          <a:p>
            <a:r>
              <a:rPr lang="fr-FR" sz="2400" b="1" dirty="0"/>
              <a:t>DÉPLOIEMENT</a:t>
            </a:r>
            <a:endParaRPr lang="fr-MQ" sz="2400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3D250F-FD2C-43C1-B49F-DBBB8A8D2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66" y="905933"/>
            <a:ext cx="11362267" cy="584200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8A96093-24D5-4DF3-A640-1109DF8D8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7557" y="6315075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5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360971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EED2F-D7D1-40FA-9418-B6CAFBEDE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CLASSES</a:t>
            </a:r>
            <a:endParaRPr lang="fr-MQ" sz="2400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1BEABA0-FD0B-4E05-9370-851C697D12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3357" y="753533"/>
            <a:ext cx="8565285" cy="5960673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A5239C-AAAA-4946-9B68-72CD3F4BD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6678" y="6272742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6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283038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A9804-9C9B-4E75-8280-3F4AD57D7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975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SEQUENCE</a:t>
            </a:r>
            <a:endParaRPr lang="fr-MQ" sz="2400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DB70CC6D-CA3E-4780-9CE7-4F6803BF0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754" y="826515"/>
            <a:ext cx="10506203" cy="5816601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6976F4-B7E0-4BEA-8DB7-D2F3A3EE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0533" y="6277992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7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152341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C8A92-9442-4D02-83D4-B7F926C6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RESEAU</a:t>
            </a:r>
            <a:endParaRPr lang="fr-MQ" sz="24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8893D9-03AA-43AB-8B69-E401488C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1277" y="6290733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8</a:t>
            </a:fld>
            <a:endParaRPr lang="fr-MQ" sz="1400" b="1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DB31153-CA41-4387-99C1-B9E7E4DE5B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72814" y="1142999"/>
            <a:ext cx="9235722" cy="503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4024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CB792-4683-4A3B-A720-4C11746D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CONTEXTE</a:t>
            </a:r>
            <a:endParaRPr lang="fr-MQ" sz="2400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4E68472-59BF-469E-96E9-26BE4F282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42" y="905933"/>
            <a:ext cx="9558865" cy="5342467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F98EC6-2D61-44A2-BA26-60B86D65B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9745" y="6282267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9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117733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933E1-0EAB-43A5-ABDE-2318062A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PLANNING PRÉVISONNEL</a:t>
            </a:r>
            <a:endParaRPr lang="fr-MQ" sz="24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2BDB7EB-52E9-4840-884C-6B3E8C44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6681" y="6348943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10</a:t>
            </a:fld>
            <a:endParaRPr lang="fr-MQ" sz="1400" b="1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0E754D4-5225-43D4-88A8-2EBDAD0FD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5765" y="1346201"/>
            <a:ext cx="11140470" cy="316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51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E3BE42-A8A2-4526-8A8A-E0A95595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ESPACE</a:t>
            </a:r>
            <a:r>
              <a:rPr lang="fr-FR" sz="2400" dirty="0"/>
              <a:t> </a:t>
            </a:r>
            <a:r>
              <a:rPr lang="fr-FR" sz="2400" b="1" dirty="0"/>
              <a:t>COLLABORATIF</a:t>
            </a:r>
            <a:endParaRPr lang="fr-MQ" sz="2400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11EAAC0F-2FAE-4BBA-A2E3-A6295C6D2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456" y="1258317"/>
            <a:ext cx="9711087" cy="5071535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2C8D6F-9958-44E8-8E2A-80DBAB9E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0201" y="6329852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11</a:t>
            </a:fld>
            <a:endParaRPr lang="fr-MQ" sz="1400" b="1" dirty="0"/>
          </a:p>
        </p:txBody>
      </p:sp>
      <p:sp>
        <p:nvSpPr>
          <p:cNvPr id="3" name="Bulle narrative : rectangle à coins arrondis 2">
            <a:extLst>
              <a:ext uri="{FF2B5EF4-FFF2-40B4-BE49-F238E27FC236}">
                <a16:creationId xmlns:a16="http://schemas.microsoft.com/office/drawing/2014/main" id="{7D91F12D-0750-4D94-85E8-E33E00EA2533}"/>
              </a:ext>
            </a:extLst>
          </p:cNvPr>
          <p:cNvSpPr/>
          <p:nvPr/>
        </p:nvSpPr>
        <p:spPr>
          <a:xfrm>
            <a:off x="10319301" y="384214"/>
            <a:ext cx="1701800" cy="730169"/>
          </a:xfrm>
          <a:prstGeom prst="wedgeRoundRectCallout">
            <a:avLst>
              <a:gd name="adj1" fmla="val -13376"/>
              <a:gd name="adj2" fmla="val 67977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https://trello.com/b/BH9g8KOB/cerbere</a:t>
            </a:r>
            <a:endParaRPr lang="fr-MQ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1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13DA58-4C39-49D5-8A8C-06A7A239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0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OUTIL DE VERSIONNEMENT</a:t>
            </a:r>
            <a:endParaRPr lang="fr-MQ" sz="24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91E79A-6E0D-42B5-86AB-5C53E78D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2878" y="6358466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12</a:t>
            </a:fld>
            <a:endParaRPr lang="fr-MQ" sz="1400" b="1" dirty="0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37A90E62-B6C8-4A34-A8BD-6346EF854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558" y="1303277"/>
            <a:ext cx="9876884" cy="5314439"/>
          </a:xfrm>
        </p:spPr>
      </p:pic>
      <p:sp>
        <p:nvSpPr>
          <p:cNvPr id="13" name="Bulle narrative : rectangle à coins arrondis 12">
            <a:extLst>
              <a:ext uri="{FF2B5EF4-FFF2-40B4-BE49-F238E27FC236}">
                <a16:creationId xmlns:a16="http://schemas.microsoft.com/office/drawing/2014/main" id="{F6FCC610-CC6D-484F-9473-8B8A95CFE087}"/>
              </a:ext>
            </a:extLst>
          </p:cNvPr>
          <p:cNvSpPr/>
          <p:nvPr/>
        </p:nvSpPr>
        <p:spPr>
          <a:xfrm>
            <a:off x="10427306" y="324950"/>
            <a:ext cx="1701800" cy="730169"/>
          </a:xfrm>
          <a:prstGeom prst="wedgeRoundRectCallout">
            <a:avLst>
              <a:gd name="adj1" fmla="val -16361"/>
              <a:gd name="adj2" fmla="val 84211"/>
              <a:gd name="adj3" fmla="val 1666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https://github.com/dydx972/projet-cerbere</a:t>
            </a:r>
            <a:endParaRPr lang="fr-MQ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462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B89F4-3697-4753-8ABF-E07C11E8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582" y="4275"/>
            <a:ext cx="10353762" cy="970450"/>
          </a:xfrm>
        </p:spPr>
        <p:txBody>
          <a:bodyPr>
            <a:normAutofit/>
          </a:bodyPr>
          <a:lstStyle/>
          <a:p>
            <a:r>
              <a:rPr lang="fr-FR" sz="2400" b="1" dirty="0"/>
              <a:t>SCHÉMA DE CÂBLAGE</a:t>
            </a:r>
            <a:endParaRPr lang="fr-MQ" sz="2400" b="1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EC96C40C-6468-40B3-AB72-6BCB81CF9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829" y="850199"/>
            <a:ext cx="7849703" cy="573527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F944B7-764C-4DAD-A863-4E2948A3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1344" y="6366933"/>
            <a:ext cx="753545" cy="365125"/>
          </a:xfrm>
        </p:spPr>
        <p:txBody>
          <a:bodyPr/>
          <a:lstStyle/>
          <a:p>
            <a:fld id="{DD8E59EE-9076-433D-8635-24A2E1BCDDF1}" type="slidenum">
              <a:rPr lang="fr-MQ" sz="1400" b="1" smtClean="0"/>
              <a:t>13</a:t>
            </a:fld>
            <a:endParaRPr lang="fr-MQ" sz="1400" b="1" dirty="0"/>
          </a:p>
        </p:txBody>
      </p:sp>
    </p:spTree>
    <p:extLst>
      <p:ext uri="{BB962C8B-B14F-4D97-AF65-F5344CB8AC3E}">
        <p14:creationId xmlns:p14="http://schemas.microsoft.com/office/powerpoint/2010/main" val="119630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Ardoise</Template>
  <TotalTime>2521</TotalTime>
  <Words>211</Words>
  <Application>Microsoft Office PowerPoint</Application>
  <PresentationFormat>Grand écran</PresentationFormat>
  <Paragraphs>67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Calisto MT</vt:lpstr>
      <vt:lpstr>Segoe UI</vt:lpstr>
      <vt:lpstr>Wingdings 2</vt:lpstr>
      <vt:lpstr>Ardoise</vt:lpstr>
      <vt:lpstr>PROJET CERBÈRE</vt:lpstr>
      <vt:lpstr>SOMMAIRE</vt:lpstr>
      <vt:lpstr>Présentation du Projet</vt:lpstr>
      <vt:lpstr>Présentation PowerPoint</vt:lpstr>
      <vt:lpstr>DÉPLOIEMENT</vt:lpstr>
      <vt:lpstr>CLASSES</vt:lpstr>
      <vt:lpstr>SEQUENCE</vt:lpstr>
      <vt:lpstr>RESEAU</vt:lpstr>
      <vt:lpstr>CONTEXTE</vt:lpstr>
      <vt:lpstr>PLANNING PRÉVISONNEL</vt:lpstr>
      <vt:lpstr>ESPACE COLLABORATIF</vt:lpstr>
      <vt:lpstr>OUTIL DE VERSIONNEMENT</vt:lpstr>
      <vt:lpstr>SCHÉMA DE CÂBLAGE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CERBERE</dc:title>
  <dc:creator>Jean-Christophe ALONZEAU</dc:creator>
  <cp:lastModifiedBy>Jean-Christophe ALONZEAU</cp:lastModifiedBy>
  <cp:revision>66</cp:revision>
  <dcterms:created xsi:type="dcterms:W3CDTF">2026-01-06T12:06:53Z</dcterms:created>
  <dcterms:modified xsi:type="dcterms:W3CDTF">2026-03-16T18:51:00Z</dcterms:modified>
</cp:coreProperties>
</file>