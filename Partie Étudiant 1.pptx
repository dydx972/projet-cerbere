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60" r:id="rId2"/>
    <p:sldId id="261" r:id="rId3"/>
    <p:sldId id="265" r:id="rId4"/>
    <p:sldId id="268" r:id="rId5"/>
    <p:sldId id="269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07114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107468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77630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23827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63361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307794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72006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4073595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67415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33573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61436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3113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736376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4287750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894563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605374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57668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062F29A-86F0-4A26-B94A-ECB40CF7B39E}" type="datetimeFigureOut">
              <a:rPr lang="fr-MQ" smtClean="0"/>
              <a:t>25/02/2026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1047591-BB97-481A-8408-66FE50155E89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31268140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63ADA-648D-4998-AA8E-09271D89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09600"/>
            <a:ext cx="10353762" cy="970450"/>
          </a:xfrm>
        </p:spPr>
        <p:txBody>
          <a:bodyPr/>
          <a:lstStyle/>
          <a:p>
            <a:pPr algn="l"/>
            <a:r>
              <a:rPr lang="fr-FR" b="1" dirty="0"/>
              <a:t>Partie Étudiant 1</a:t>
            </a:r>
            <a:endParaRPr lang="fr-MQ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BAE2CC-8640-481B-B413-B413DB557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61" y="1369992"/>
            <a:ext cx="10353762" cy="118008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fr-FR" sz="1800" dirty="0"/>
              <a:t>Prendre en compte la présence d’un visiteur au laboratoire</a:t>
            </a:r>
            <a:endParaRPr lang="fr-MQ" sz="1800" dirty="0"/>
          </a:p>
        </p:txBody>
      </p:sp>
      <p:pic>
        <p:nvPicPr>
          <p:cNvPr id="4" name="Picture 6" descr="Cible - Icônes commercialisation gratuites">
            <a:extLst>
              <a:ext uri="{FF2B5EF4-FFF2-40B4-BE49-F238E27FC236}">
                <a16:creationId xmlns:a16="http://schemas.microsoft.com/office/drawing/2014/main" id="{B5F15F04-F805-44BF-A5AB-DADE6A90B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28" y="819659"/>
            <a:ext cx="550333" cy="55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16A9E58-3D2B-4E48-BD68-EE14C0F7A5E3}"/>
              </a:ext>
            </a:extLst>
          </p:cNvPr>
          <p:cNvSpPr txBox="1"/>
          <p:nvPr/>
        </p:nvSpPr>
        <p:spPr>
          <a:xfrm>
            <a:off x="833361" y="2142244"/>
            <a:ext cx="637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Lorsqu’un visiteur se présente à la porte, plusieurs actions seront déclenchées :</a:t>
            </a:r>
            <a:endParaRPr lang="fr-MQ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1BA77D3-4A13-4AF4-9B74-E6A855BBCC3C}"/>
              </a:ext>
            </a:extLst>
          </p:cNvPr>
          <p:cNvSpPr txBox="1"/>
          <p:nvPr/>
        </p:nvSpPr>
        <p:spPr>
          <a:xfrm>
            <a:off x="833361" y="3027603"/>
            <a:ext cx="37217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Détection de mouvement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Signalisation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Autorisation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Système de sécurité</a:t>
            </a:r>
          </a:p>
          <a:p>
            <a:endParaRPr lang="fr-MQ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7E1A05-0478-407E-AF98-1876D54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2881" y="6333067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smtClean="0"/>
              <a:t>1</a:t>
            </a:fld>
            <a:endParaRPr lang="fr-MQ" sz="1400" dirty="0"/>
          </a:p>
        </p:txBody>
      </p:sp>
    </p:spTree>
    <p:extLst>
      <p:ext uri="{BB962C8B-B14F-4D97-AF65-F5344CB8AC3E}">
        <p14:creationId xmlns:p14="http://schemas.microsoft.com/office/powerpoint/2010/main" val="9804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EE450-3C46-4609-B5B7-9E88A8902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49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dirty="0"/>
              <a:t>CAS D’UTILISATION PERSONNEL</a:t>
            </a:r>
            <a:endParaRPr lang="fr-MQ" sz="2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F4589AA-0181-482C-B0A1-B3BA640B0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7556" y="6340475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smtClean="0"/>
              <a:t>2</a:t>
            </a:fld>
            <a:endParaRPr lang="fr-MQ" sz="1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A7FB55-8D79-4914-AB4C-66E9F186B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92" y="970450"/>
            <a:ext cx="9656476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09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C0403-103F-4662-8E6E-E504C6F55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dirty="0"/>
              <a:t>DÉPLOIEMENT PERSONNEL</a:t>
            </a:r>
            <a:endParaRPr lang="fr-MQ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612094-2622-4E75-855B-97D2C62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7556" y="6298142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smtClean="0"/>
              <a:t>3</a:t>
            </a:fld>
            <a:endParaRPr lang="fr-MQ" sz="1400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294246B-0644-4540-B85E-470F70AE9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283" y="694267"/>
            <a:ext cx="9358784" cy="605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74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159DE8-8030-4296-A719-86A1D047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dirty="0"/>
              <a:t>SÉQUENCE</a:t>
            </a:r>
            <a:endParaRPr lang="fr-MQ" sz="24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D438B8E-760B-4D36-BEFC-799130C27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205" y="970450"/>
            <a:ext cx="9520064" cy="5430350"/>
          </a:xfrm>
        </p:spPr>
      </p:pic>
    </p:spTree>
    <p:extLst>
      <p:ext uri="{BB962C8B-B14F-4D97-AF65-F5344CB8AC3E}">
        <p14:creationId xmlns:p14="http://schemas.microsoft.com/office/powerpoint/2010/main" val="275198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16913-E722-474B-8251-DFC2A37E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CLASSES</a:t>
            </a:r>
            <a:endParaRPr lang="fr-MQ" sz="2400" b="1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8923364-A7E6-4E15-851E-9198696A7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14" y="770467"/>
            <a:ext cx="8692124" cy="5867401"/>
          </a:xfrm>
        </p:spPr>
      </p:pic>
    </p:spTree>
    <p:extLst>
      <p:ext uri="{BB962C8B-B14F-4D97-AF65-F5344CB8AC3E}">
        <p14:creationId xmlns:p14="http://schemas.microsoft.com/office/powerpoint/2010/main" val="85747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41DFB-9C8F-4837-B9AB-3C9A8428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8465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SCHÉMA SYNOPTIQUE</a:t>
            </a:r>
            <a:endParaRPr lang="fr-MQ" sz="24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15B894-C97C-448F-8D55-DA74AAB7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7556" y="6323543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smtClean="0"/>
              <a:t>6</a:t>
            </a:fld>
            <a:endParaRPr lang="fr-MQ" sz="1400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2BEF8D5A-0188-4166-9207-25FF9CF02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034" y="1016001"/>
            <a:ext cx="8033282" cy="5418666"/>
          </a:xfrm>
        </p:spPr>
      </p:pic>
    </p:spTree>
    <p:extLst>
      <p:ext uri="{BB962C8B-B14F-4D97-AF65-F5344CB8AC3E}">
        <p14:creationId xmlns:p14="http://schemas.microsoft.com/office/powerpoint/2010/main" val="4183592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Ardoise</Template>
  <TotalTime>58</TotalTime>
  <Words>46</Words>
  <Application>Microsoft Office PowerPoint</Application>
  <PresentationFormat>Grand écran</PresentationFormat>
  <Paragraphs>19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Wingdings 2</vt:lpstr>
      <vt:lpstr>Ardoise</vt:lpstr>
      <vt:lpstr>Partie Étudiant 1</vt:lpstr>
      <vt:lpstr>CAS D’UTILISATION PERSONNEL</vt:lpstr>
      <vt:lpstr>DÉPLOIEMENT PERSONNEL</vt:lpstr>
      <vt:lpstr>SÉQUENCE</vt:lpstr>
      <vt:lpstr>CLASSES</vt:lpstr>
      <vt:lpstr>SCHÉMA SYNOPTIQUE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Partie Étudiant 1</dc:title>
  <dc:creator>Jean-Christophe ALONZEAU</dc:creator>
  <cp:lastModifiedBy>Jean-Christophe ALONZEAU</cp:lastModifiedBy>
  <cp:revision>7</cp:revision>
  <dcterms:created xsi:type="dcterms:W3CDTF">2026-01-21T13:56:27Z</dcterms:created>
  <dcterms:modified xsi:type="dcterms:W3CDTF">2026-02-25T14:06:22Z</dcterms:modified>
</cp:coreProperties>
</file>